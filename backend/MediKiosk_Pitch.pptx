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MediKiosk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CADCFC"/>
                </a:solidFill>
              </a:defRPr>
            </a:pPr>
            <a:r>
              <a:t>AI-Powered Clinical Intake &amp; Digitization Platform</a:t>
            </a:r>
          </a:p>
          <a:p>
            <a:r>
              <a:t>SIH 2026 Problem Statement: SIH26047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E2761"/>
                </a:solidFill>
              </a:defRPr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Indian government hospitals see 4,000+ OPD patients daily.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Doctors have just 2-5 minutes per patient.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Manual clinical history-taking is a major bottleneck.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Patient records are fragmented, unstructured, and on physical paper.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AYUSH history taking (Prakriti, Dashavidha Pariksha) takes even longer, making it difficult to perform under constraints.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E2761"/>
                </a:solidFill>
              </a:defRPr>
            </a:pPr>
            <a:r>
              <a:t>The Solution: MediKiosk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A patient-facing self-service software platform (Kiosk/Tablet).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Conducts automated, structured clinical interviews using Voice &amp; Touch.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Uses AI to ask adaptive questions based on symptoms.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Scans physical documents and extracts data via OCR.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Generates a structured, standard clinical summary for the doctor before the consultation starts.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E2761"/>
                </a:solidFill>
              </a:defRPr>
            </a:pPr>
            <a:r>
              <a:t>Updated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Frontend: React.js or Next.js (Large icons, touch-friendly, accessibility).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Backend: Python (FastAPI) - Lightweight and perfect for AI integration.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Voice AI: Bhashini API (ULCA) - For high-accuracy Speech-to-Text (ASR) and Text-to-Speech (TTS) in all Indian regional languages.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Conversational AI: Google Gemini 1.5 Flash (Adaptive logic &amp; Medical Summarization).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Document AI: Google Cloud Vision / AWS Textract (OCR for handwritten prescriptions).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Integration: ABDM Sandbox (ABHA ID login, FHIR record generation).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E2761"/>
                </a:solidFill>
              </a:defRPr>
            </a:pPr>
            <a:r>
              <a:t>Solution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Step 1: Patient scans ABHA ID and grants consent.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Step 2: Conversational Interview via Bhashini voice models.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Step 3: Document Upload &amp; Digitization via OCR.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Step 4: AI generates concise summary &amp; flags emergency cases.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Step 5: Summary pushed to Hospital Information System (HIS) for the doctor.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